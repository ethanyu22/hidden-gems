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SzPct val="100000"/>
              <a:defRPr sz="18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lt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510450" y="1167075"/>
            <a:ext cx="8123100" cy="944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600"/>
              <a:t>Hidden Gems</a:t>
            </a:r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510450" y="3213712"/>
            <a:ext cx="8123100" cy="6300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Date: 11-23-2016</a:t>
            </a:r>
          </a:p>
        </p:txBody>
      </p:sp>
      <p:sp>
        <p:nvSpPr>
          <p:cNvPr id="56" name="Shape 56"/>
          <p:cNvSpPr txBox="1"/>
          <p:nvPr/>
        </p:nvSpPr>
        <p:spPr>
          <a:xfrm>
            <a:off x="1106850" y="2258500"/>
            <a:ext cx="6930300" cy="808500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>
                <a:solidFill>
                  <a:srgbClr val="FFFFFF"/>
                </a:solidFill>
              </a:rPr>
              <a:t>Team name: STEAD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Team members: Steven Hoang, Timothy Yue, Ethan Yu, Anh Pham, Dat Nguyen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3200"/>
              <a:t>Hidden Gems - Introduction</a:t>
            </a:r>
          </a:p>
        </p:txBody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Saving places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Getting directions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Sharing cool places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Practice working with sc</a:t>
            </a:r>
          </a:p>
          <a:p>
            <a:pPr indent="-381000" lvl="0" marL="457200">
              <a:spcBef>
                <a:spcPts val="0"/>
              </a:spcBef>
              <a:buSzPct val="100000"/>
            </a:pPr>
            <a:r>
              <a:rPr lang="en" sz="2400"/>
              <a:t>Practice web developing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Goals</a:t>
            </a:r>
          </a:p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311700" y="125712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SzPct val="100000"/>
              <a:buFont typeface="Arial"/>
            </a:pPr>
            <a:r>
              <a:rPr lang="en" sz="2200"/>
              <a:t>Allow creating account and login (Achieved)</a:t>
            </a: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</a:pPr>
            <a:r>
              <a:rPr lang="en" sz="2200"/>
              <a:t>Change user’s profile (Achieved)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Posting locations on map using Pin Drop (Achieved)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Search for locations based on address (Achieved)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Posting feedbacks on locations (Achieved)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Adding pictures to locations (Achieved)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Getting direction to locations (Achieved)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Rating system for a location</a:t>
            </a:r>
          </a:p>
          <a:p>
            <a:pPr indent="-368300" lvl="0" marL="457200" rtl="0">
              <a:spcBef>
                <a:spcPts val="0"/>
              </a:spcBef>
              <a:buSzPct val="100000"/>
            </a:pPr>
            <a:r>
              <a:rPr lang="en" sz="2200"/>
              <a:t>Direct message between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311700" y="74750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Creating Account and Login</a:t>
            </a:r>
          </a:p>
        </p:txBody>
      </p:sp>
      <p:pic>
        <p:nvPicPr>
          <p:cNvPr descr="Selection_006.png" id="74" name="Shape 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62" y="794949"/>
            <a:ext cx="8371272" cy="41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311700" y="147200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Change User’s Profile</a:t>
            </a:r>
          </a:p>
        </p:txBody>
      </p:sp>
      <p:pic>
        <p:nvPicPr>
          <p:cNvPr descr="Selection_009.png" id="80" name="Shape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74" y="834300"/>
            <a:ext cx="7909724" cy="38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311700" y="147200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/>
              <a:t>Posting New Locations</a:t>
            </a:r>
          </a:p>
        </p:txBody>
      </p:sp>
      <p:pic>
        <p:nvPicPr>
          <p:cNvPr descr="Selection_007.png" id="86" name="Shape 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37" y="719900"/>
            <a:ext cx="8346335" cy="411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type="title"/>
          </p:nvPr>
        </p:nvSpPr>
        <p:spPr>
          <a:xfrm>
            <a:off x="311700" y="147200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/>
              <a:t>Feedbacks, Directions, and Photos</a:t>
            </a:r>
          </a:p>
          <a:p>
            <a:pPr lvl="0" rtl="0" algn="ctr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descr="Selection_011.png" id="92" name="Shape 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2300"/>
            <a:ext cx="8831261" cy="411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Challenges</a:t>
            </a:r>
          </a:p>
        </p:txBody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New technologies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Scheduling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Technologies</a:t>
            </a:r>
          </a:p>
        </p:txBody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GitHub (version control)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Slack (communication)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Firebase (database/hosting)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Javascript (front end)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Management</a:t>
            </a:r>
          </a:p>
        </p:txBody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Meet at least 3 days a week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Write notes on what’ve been done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Notify the team when changes are made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Enjoyment</a:t>
            </a:r>
          </a:p>
        </p:txBody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Learning new technologies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Working in team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Hacking our way to make things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Not so much</a:t>
            </a:r>
          </a:p>
        </p:txBody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Re-structure the whole site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Time compression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200"/>
              <a:t>Hidden Gems - Lessons</a:t>
            </a:r>
          </a:p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311700" y="16435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Communicate on every part of project</a:t>
            </a: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2400"/>
              <a:t>Use what’s already provided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lv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STOP!!!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Working alone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Dive in before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311700" y="1874100"/>
            <a:ext cx="8520600" cy="13953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40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-dark-2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